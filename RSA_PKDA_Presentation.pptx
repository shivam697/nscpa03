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6B9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20040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594360"/>
            <a:ext cx="4023360" cy="320040"/>
          </a:xfrm>
          <a:prstGeom prst="roundRect">
            <a:avLst>
              <a:gd name="adj" fmla="val 4285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5852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</a:rPr>
              <a:t>PROJECT 1  ·  CRYPTOGRAPHY AND NETWORK SECURITY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RSA-Based Public Key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Distribution Authority (PKDA)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75000"/>
                  </a:srgbClr>
                </a:solidFill>
              </a:rPr>
              <a:t>Secure key exchange and encrypted messaging — built from scratch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50976" y="3291840"/>
            <a:ext cx="164592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</a:rPr>
              <a:t>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0976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PKDA + 2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16352" y="3291840"/>
            <a:ext cx="164592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</a:rPr>
              <a:t>Algorithm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6352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RSA (custom)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3291840"/>
            <a:ext cx="164592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</a:rPr>
              <a:t>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Nonce + Timestamp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47104" y="3291840"/>
            <a:ext cx="164592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</a:rPr>
              <a:t>Language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47104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RSA Key Generation — From Scratch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841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Choose Primes p, 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0698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Generate two distinct random primes using Miller-Rabin primality test (64-bit each)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Compute n and phi(n)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208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n = p × q  and  phi(n) = (p-1)(q-1)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43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Select Public Exponent 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971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e = 65537 (standard); verify gcd(e, phi(n)) =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94176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941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Compute Private Key 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922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d = e⁻¹ mod phi(n)  via Extended Euclidean Algorithm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49808"/>
            <a:ext cx="416052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77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Actual Values (Demo Run)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115568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11155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18190308999631794503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14996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q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1499616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49961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13999868511318183311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883664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188366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254661934175092923202588537188836139433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2267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phi(n)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2267712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22677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254661934175092923170398359677886161620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e (pub)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2651760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65537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d (priv)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3035808"/>
            <a:ext cx="3200400" cy="2743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30358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33697427303147929104684293988535160193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429000"/>
            <a:ext cx="4160520" cy="640080"/>
          </a:xfrm>
          <a:prstGeom prst="rect">
            <a:avLst/>
          </a:prstGeom>
          <a:solidFill>
            <a:srgbClr val="EBF5FA"/>
          </a:solidFill>
          <a:ln w="12700">
            <a:solidFill>
              <a:srgbClr val="EBF5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429000"/>
            <a:ext cx="54864" cy="640080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3520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Encrypt / Decrypt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91456" y="37216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 = mᵉ mod n     |     m = cᵈ mod 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System Architecture and Key Ownership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1645920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834640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13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PKDA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116128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Generates own RSA pair.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Holds registry of all client public keys.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Encrypts key-response payload with private key d_PKDA.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Public key pre-distributed to all clients.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834640" cy="1645920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2834640" cy="310896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13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Alice (Client 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116128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Generates own (e_A, d_A, n_A).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Knows PKDA public key.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Registers e_A, n_A with PKDA.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Requests Bob key via PKDA.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834640" cy="1645920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04672"/>
            <a:ext cx="2834640" cy="310896"/>
          </a:xfrm>
          <a:prstGeom prst="rect">
            <a:avLst/>
          </a:prstGeom>
          <a:solidFill>
            <a:srgbClr val="9A6010"/>
          </a:solidFill>
          <a:ln w="12700">
            <a:solidFill>
              <a:srgbClr val="9A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813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Bob (Client B)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0488" y="116128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Generates own (e_B, d_B, n_B).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Knows PKDA public key.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Registers e_B, n_B with PKDA.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Requests Alice key via PKDA.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8686800" cy="777240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78608"/>
            <a:ext cx="54864" cy="777240"/>
          </a:xfrm>
          <a:prstGeom prst="rect">
            <a:avLst/>
          </a:prstGeom>
          <a:solidFill>
            <a:srgbClr val="F4A026"/>
          </a:solidFill>
          <a:ln w="12700">
            <a:solidFill>
              <a:srgbClr val="F4A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243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Key Distribution Design Decision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Each client generates its own key pair locally — private key never leaves client. PKDA public key is pre-installed (out-of-band trust). Key responses can be authenticated by all clients.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511296"/>
            <a:ext cx="2337206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3511296"/>
            <a:ext cx="2227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private key sharing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30398" y="3511296"/>
            <a:ext cx="2964485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5262" y="3511296"/>
            <a:ext cx="28547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PKDA public key pre-installed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9475" y="3511296"/>
            <a:ext cx="2695651" cy="310896"/>
          </a:xfrm>
          <a:prstGeom prst="rect">
            <a:avLst/>
          </a:prstGeom>
          <a:solidFill>
            <a:srgbClr val="5A2A7A"/>
          </a:solidFill>
          <a:ln w="12700">
            <a:solidFill>
              <a:srgbClr val="5A2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4339" y="3511296"/>
            <a:ext cx="25859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Clients self-generate keys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PKDA Key Distribution Protocol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863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Message Exchange (Actual Fields)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14800" cy="822960"/>
          </a:xfrm>
          <a:prstGeom prst="rect">
            <a:avLst/>
          </a:prstGeom>
          <a:solidFill>
            <a:srgbClr val="EBF5FA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45720" cy="8229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9A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170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</a:rPr>
              <a:t>Alice → PKDA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42646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requester:"Alice", target:"Bob"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nonce_A: 255428481833...810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114800" cy="822960"/>
          </a:xfrm>
          <a:prstGeom prst="rect">
            <a:avLst/>
          </a:prstGeom>
          <a:solidFill>
            <a:srgbClr val="EBF5FA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45720" cy="822960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EA1"/>
                </a:solidFill>
              </a:rPr>
              <a:t>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1579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</a:rPr>
              <a:t>PKDA → Alice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414016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{nonce_a, requester, target, target_pub_e,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target_pub_n, timestamp} encrypted with d_PKDA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4114800" cy="822960"/>
          </a:xfrm>
          <a:prstGeom prst="rect">
            <a:avLst/>
          </a:prstGeom>
          <a:solidFill>
            <a:srgbClr val="EDFAF3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90672"/>
            <a:ext cx="4572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0672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</a:rPr>
              <a:t>Alice verifies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decrypt(chunks, e_PKDA, n_PKDA) → valid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+ requester + target match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749808"/>
            <a:ext cx="420624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786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Nonces and Timestamps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384048" cy="384048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115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128-bit Nonce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344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Generated with secrets.randbits(128). PKDA echoes it back; mismatch means replay/tampering.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883664"/>
            <a:ext cx="384048" cy="384048"/>
          </a:xfrm>
          <a:prstGeom prst="ellipse">
            <a:avLst/>
          </a:prstGeom>
          <a:solidFill>
            <a:srgbClr val="F4A026"/>
          </a:solidFill>
          <a:ln w="12700">
            <a:solidFill>
              <a:srgbClr val="F4A0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Unix Timestamp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66360" y="21122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Example: 1774417120 (2026-03-25 05:38:40 UTC). Clients validate freshness window (±120 s).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578608"/>
            <a:ext cx="4206240" cy="914400"/>
          </a:xfrm>
          <a:prstGeom prst="rect">
            <a:avLst/>
          </a:prstGeom>
          <a:solidFill>
            <a:srgbClr val="EBF5FA"/>
          </a:solidFill>
          <a:ln w="12700">
            <a:solidFill>
              <a:srgbClr val="EBF5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578608"/>
            <a:ext cx="54864" cy="914400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2670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Response Authenticity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91456" y="287121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Full payload is encrypted with PKDA private key d and decrypted with PKDA public key e. Successful decryption + field checks prove the response came from PKDA.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Encrypted Client-to-Client Messaging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9768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863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Message Format (JSON Envelope)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97680" cy="2880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612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Plaintext JSON before encryption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3761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"from"      : "Alice",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8059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"to"        : "Bob",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020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 : 1774417120,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2357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"nonce"     : 29954035...629,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      : "Hi1"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6654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0952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UTF-8 encode → chunk → RSA encrypt each chunk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310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= [27372752...275,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5250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152902707...937, ...]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749808"/>
            <a:ext cx="406908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7863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Alice ↔ Bob Message Exchange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115568"/>
            <a:ext cx="4069080" cy="530352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15568"/>
            <a:ext cx="45720" cy="5303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16128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9A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161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Alice→Bob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Encrypt("Hi1", e_B, n_B)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1737360"/>
            <a:ext cx="4069080" cy="530352"/>
          </a:xfrm>
          <a:prstGeom prst="rect">
            <a:avLst/>
          </a:prstGeom>
          <a:solidFill>
            <a:srgbClr val="EDFAF3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737360"/>
            <a:ext cx="4572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7830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Bob→Alice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Encrypt("Got-it1", e_A, n_A)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2359152"/>
            <a:ext cx="4069080" cy="530352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359152"/>
            <a:ext cx="45720" cy="5303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404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9A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Alice→Bob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26151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Encrypt("Hi2", e_B, n_B)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2980944"/>
            <a:ext cx="4069080" cy="530352"/>
          </a:xfrm>
          <a:prstGeom prst="rect">
            <a:avLst/>
          </a:prstGeom>
          <a:solidFill>
            <a:srgbClr val="EDFAF3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980944"/>
            <a:ext cx="4572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026664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30266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Bob→Alice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32369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Encrypt("Got-it2", e_A, n_A)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4069080" cy="530352"/>
          </a:xfrm>
          <a:prstGeom prst="rect">
            <a:avLst/>
          </a:prstGeom>
          <a:solidFill>
            <a:srgbClr val="EBF5FA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602736"/>
            <a:ext cx="45720" cy="5303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64845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9A"/>
                </a:solidFill>
              </a:rPr>
              <a:t>→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12080" y="3648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Alice→Bob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3858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Encrypt("Hi3", e_B, n_B)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0600" y="4224528"/>
            <a:ext cx="4069080" cy="530352"/>
          </a:xfrm>
          <a:prstGeom prst="rect">
            <a:avLst/>
          </a:prstGeom>
          <a:solidFill>
            <a:srgbClr val="EDFAF3"/>
          </a:solidFill>
          <a:ln w="12700">
            <a:solidFill>
              <a:srgbClr val="D5EA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4224528"/>
            <a:ext cx="4572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27024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←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12080" y="4270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55"/>
                </a:solidFill>
              </a:rPr>
              <a:t>Bob→Alice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12080" y="44805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Encrypt("Got-it3", e_A, n_A)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Sample Output — Actual Run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PKDA Key Generation (actual)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411480" y="1029614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[PKDA]  p       = 18190308999631794503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11480" y="1190549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[PKDA]  q       = 13999868511318183311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11480" y="1351483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[PKDA]  n       = 254661934175092923202588537188836139433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11480" y="1512418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[PKDA]  e       = 65537      d = 33697427303147929104684293988535160193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11480" y="1834286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 Registration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11480" y="1995221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[Alice] Registered. PubKey: (e=65537, n=288474765913680751922649817650769820531)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11480" y="2156155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[Bob]   Registered. PubKey: (e=65537, n=153907931004853765541224920696260569553)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11480" y="2478024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Request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11480" y="2638958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[Alice] -&gt; Request Bob key  nonce=255428481833447533042221871909158026810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11480" y="2799893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[PKDA]    encrypted chunks: [170028595523782865510020140728700066459, ...]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11480" y="2960827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[Alice]  OK response decrypted and nonce verified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11480" y="3282696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Encrypted Messaging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11480" y="3443630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[Alice] -&gt; "Hi1"  ciphertext=[27372752927830144636077636448079554275, ...]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11480" y="3604565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[Bob]   &lt;- Decrypted: Hi1   nonce=29954035646143629720884395381523533629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11480" y="3765499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[Bob]   -&gt; "Got-it1" ciphertext=[126129149936700945186478285529063566840, ...]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11480" y="3926434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[Alice] &lt;- Decrypted: Got-it1  nonce=267568632070819828613786140233270256927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11480" y="4248302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Repeated for Hi2/Got-it2 and Hi3/Got-it3 with fresh nonces each time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11480" y="4409237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All PKDA responses validated and all messages decrypted successfully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457200" cy="457200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Security Properties and Summary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877824"/>
          </a:xfrm>
          <a:prstGeom prst="rect">
            <a:avLst/>
          </a:prstGeom>
          <a:solidFill>
            <a:srgbClr val="EDFAF3"/>
          </a:solidFill>
          <a:ln w="12700">
            <a:solidFill>
              <a:srgbClr val="C5ED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54864" cy="8778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896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✓  Confidentiality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115214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Messages encrypted with recipient public key. Only the matching private key holder can decrypt.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4160520" cy="877824"/>
          </a:xfrm>
          <a:prstGeom prst="rect">
            <a:avLst/>
          </a:prstGeom>
          <a:solidFill>
            <a:srgbClr val="EDFAF3"/>
          </a:solidFill>
          <a:ln w="12700">
            <a:solidFill>
              <a:srgbClr val="C5ED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10512"/>
            <a:ext cx="54864" cy="877824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901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✓  PKDA Response Authenticity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2157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Clients decrypt PKDA response using e_PKDA and validate nonce / requester / target / timestamp fields.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4160520" cy="877824"/>
          </a:xfrm>
          <a:prstGeom prst="rect">
            <a:avLst/>
          </a:prstGeom>
          <a:solidFill>
            <a:srgbClr val="EDFAF3"/>
          </a:solidFill>
          <a:ln w="12700">
            <a:solidFill>
              <a:srgbClr val="C5ED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16352"/>
            <a:ext cx="54864" cy="877824"/>
          </a:xfrm>
          <a:prstGeom prst="rect">
            <a:avLst/>
          </a:prstGeom>
          <a:solidFill>
            <a:srgbClr val="F4A026"/>
          </a:solidFill>
          <a:ln w="12700">
            <a:solidFill>
              <a:srgbClr val="F4A0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907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✓  Replay Protection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" y="31638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Fresh 128-bit nonce in each request and message; receiver stores seen (sender, nonce) and rejects duplicates.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749808"/>
            <a:ext cx="4160520" cy="18288"/>
          </a:xfrm>
          <a:prstGeom prst="rect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7863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What You Built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384048" cy="38404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115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RSA from scratch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1371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Miller-Rabin primes, Extended GCD, modular exponentiation — no crypto library usage.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384048" cy="384048"/>
          </a:xfrm>
          <a:prstGeom prst="ellipse">
            <a:avLst/>
          </a:prstGeom>
          <a:solidFill>
            <a:srgbClr val="1F9EA1"/>
          </a:solidFill>
          <a:ln w="12700">
            <a:solidFill>
              <a:srgbClr val="1F9E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084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PKDA Server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3408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Key registry and authenticated key-response payload encryption with d_PKDA.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54096"/>
            <a:ext cx="384048" cy="384048"/>
          </a:xfrm>
          <a:prstGeom prst="ellipse">
            <a:avLst/>
          </a:prstGeom>
          <a:solidFill>
            <a:srgbClr val="F4A026"/>
          </a:solidFill>
          <a:ln w="12700">
            <a:solidFill>
              <a:srgbClr val="F4A0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5"/>
                </a:solidFill>
              </a:rPr>
              <a:t>2 Clients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33101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Self-generated keys, PKDA-mediated key retrieval, encrypted messaging both directions.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096512"/>
            <a:ext cx="2300630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096512"/>
            <a:ext cx="21909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Alice → Hi1, Hi2, Hi3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92670" y="4096512"/>
            <a:ext cx="3178454" cy="310896"/>
          </a:xfrm>
          <a:prstGeom prst="rect">
            <a:avLst/>
          </a:prstGeom>
          <a:solidFill>
            <a:srgbClr val="B05A10"/>
          </a:solidFill>
          <a:ln w="12700">
            <a:solidFill>
              <a:srgbClr val="B05A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5822" y="4096512"/>
            <a:ext cx="3068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Bob → Got-it1, Got-it2, Got-it3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RSA-Based PKDA</dc:title>
  <dc:subject>PptxGenJS Presentation</dc:subject>
  <dc:creator>PptxGenJS</dc:creator>
  <cp:lastModifiedBy>PptxGenJS</cp:lastModifiedBy>
  <cp:revision>1</cp:revision>
  <dcterms:created xsi:type="dcterms:W3CDTF">2026-03-25T12:34:08Z</dcterms:created>
  <dcterms:modified xsi:type="dcterms:W3CDTF">2026-03-25T12:34:08Z</dcterms:modified>
</cp:coreProperties>
</file>